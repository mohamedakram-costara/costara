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WASTE TO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Turning avoidable food loss into measurable operational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Overproduction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Trim &amp; yield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Holding deterioration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Plate / service waste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Overproduction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Trim &amp; yield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Holding deterioration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Plate / service waste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Waste becomes controllable only when quantity, value and cause are recorded together.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Waste kg / 1,000 meals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Waste value / meal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Yield % by key SKU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Overproduction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Reuse / recovery within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Top-10 waste causes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SEGREGATE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MEASURE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ROOT CAUSE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waste kg / 1,000 meals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WASTE TO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Waste becomes controllable only when quantity, value and cause are recorded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02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