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Train the Team. Protect the Cost.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person holding the knife can influence food cost before the report is generated.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Develop Commis I and II through yield, portion, waste and food safety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Convert experience into measurable skill and certification.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Measure before-and-after yield, waste, errors and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