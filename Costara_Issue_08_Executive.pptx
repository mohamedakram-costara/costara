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9FA"/>
                </a:solidFill>
                <a:latin typeface="Aptos"/>
              </a:rPr>
              <a:t>FOOD IS NOT JUST A PROFIT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AA430"/>
                </a:solidFill>
                <a:latin typeface="Aptos"/>
              </a:rPr>
              <a:t>Learn before we earn: protecting value through operational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3"/>
                </a:solidFill>
                <a:latin typeface="Aptos"/>
              </a:rPr>
              <a:t>Executive operational cost-intelligence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01 •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ECAD3"/>
                </a:solidFill>
                <a:latin typeface="Aptos"/>
              </a:rPr>
              <a:t>Small operational variances become significant when repeated across high-volume catering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Quality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Specification ignorance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Poor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Short-term cost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02 • LEAKAGE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Where the cost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Quality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3256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4696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Specification ignorance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1091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175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Poor handling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8023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9463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Short-term cost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Process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8023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9463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Data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901951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3256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4696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Corrective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2971800"/>
            <a:ext cx="2560320" cy="1554480"/>
          </a:xfrm>
          <a:prstGeom prst="ellipse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24612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31D30"/>
                </a:solidFill>
                <a:latin typeface="Aptos"/>
              </a:rPr>
              <a:t>VISIBLE</a:t>
            </a:r>
            <a:br/>
            <a:r>
              <a:t>COST</a:t>
            </a:r>
            <a:br/>
            <a:r>
              <a:t>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03 • MAKE THE VARIANCE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Financial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CAD3"/>
                </a:solidFill>
                <a:latin typeface="Aptos"/>
              </a:rPr>
              <a:t>Translate the operational variance into a unit cost, frequency and volume before proposing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UNIT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DAILY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7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FINANCIAL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Commercial performance improves when teams understand the product, not only its purchase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CAD3"/>
                </a:solidFill>
                <a:latin typeface="Aptos"/>
              </a:rPr>
              <a:t>Use actual operating data before presenting any saving as achievable or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04 •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What management should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Complaint / rejection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Quality variance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Shelf-life loss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Yield 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Specification compliance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Total usable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05 • FROM OBSERVATION TO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COSTARA control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UNDERSTAND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5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SPECIFY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HANDLE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MEASURE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CAD3"/>
                </a:solidFill>
                <a:latin typeface="Aptos"/>
              </a:rPr>
              <a:t>Control objective: improve cost visibility without compromising food safety, service quality or operational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06 • MANAGEMENT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Executive questions to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Do we measure complaint / rejection rate consistently?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Which operation or item creates the highest recurring variance?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4670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Is the variance caused by specification, process, people, supplier or demand?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6849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Can the cost be assigned to an accountable owner?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902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What control would prevent recurrence rather than only explain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How will management verify that the corrective action actually worked?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07 • COSTARA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FOOD IS NOT JUST A PROFIT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Commercial performance improves when teams understand the product, not only its purchase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AD3"/>
                </a:solidFill>
                <a:latin typeface="Aptos"/>
              </a:rPr>
              <a:t>COSTARA turns operational activity into measurable cost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Issue 08 • Executive Cost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