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1528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ssue-0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15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D8A73A"/>
                </a:solidFill>
              </a:rPr>
              <a:t>Waste-to-Value: Where Profit Becomes Garbage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</a:rPr>
              <a:t>Do not start with the bin. Trace where the value was lost.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0">
                <a:solidFill>
                  <a:srgbClr val="EBF0F8"/>
                </a:solidFill>
              </a:rPr>
              <a:t>• Separate preventable waste, yield loss, surplus, used oil, packaging and disposal.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429000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0">
                <a:solidFill>
                  <a:srgbClr val="EBF0F8"/>
                </a:solidFill>
              </a:rPr>
              <a:t>• Measure waste cost per meal and annualize the opportunity.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114800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0">
                <a:solidFill>
                  <a:srgbClr val="EBF0F8"/>
                </a:solidFill>
              </a:rPr>
              <a:t>• Turn root-cause analysis into action, not just waste recording.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23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D8A73A"/>
                </a:solidFill>
              </a:rPr>
              <a:t>Practical Management Question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55448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100" b="1">
                <a:solidFill>
                  <a:srgbClr val="FFFFFF"/>
                </a:solidFill>
              </a:rPr>
              <a:t>Where is the real cost driver, and which department can control it before it becomes a monthly variance?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10896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0">
                <a:solidFill>
                  <a:srgbClr val="EBF0F8"/>
                </a:solidFill>
              </a:rPr>
              <a:t>Measure the process, calculate the impact, then convert the result into an action plan.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15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6400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D8A73A"/>
                </a:solidFill>
              </a:rPr>
              <a:t>Need help identifying cost leakage?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3327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0">
                <a:solidFill>
                  <a:srgbClr val="FFFFFF"/>
                </a:solidFill>
              </a:rPr>
              <a:t>Costara Advisory supports catering, restaurants, cafés, central kitchens and food production operations with practical cost, inventory, audit, menu costing, procurement, logistics and supply chain reviews.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02920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D8A73A"/>
                </a:solidFill>
              </a:rPr>
              <a:t>Consulting fees apply based on scope and operational size.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