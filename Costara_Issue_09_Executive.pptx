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HACCP &amp; CCP: CONTROL THE CRITICAL. PROTECT THE PROFIT.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Food-safety controls also protect continuity, product value and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Temperature 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Cross contamination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CCP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Documentation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Temperature deviation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Cross contamination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CCP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Documentation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HACCP and CCP are not only about compliance — they also protect product value, operational continuity and margin.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CCP compliance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Temperature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Rejected product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Corrective-action closure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Food-safety incidents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Rework / disposal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IDENTIFY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MONITOR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VERIFY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ccp compliance %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HACCP &amp; CCP: CONTROL THE CRITICAL. PROTECT THE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HACCP and CCP are not only about compliance — they also protect product value, operational continuity and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09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