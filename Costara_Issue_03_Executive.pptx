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THE HIDDEN COST OF PARCEL &amp; NON-FOOD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Packaging is a meal cost — not a miscellaneous 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Container &amp; lid mismatch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Over-issuing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Wrong specification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Damage / leakage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Container &amp; lid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Over-issuing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Wrong specification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Damage /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A few fils per parcel becomes material when multiplied by thousands of meals every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Packaging cost / parcel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Units issued / parcel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Lid-to-container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Damage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Supplier NCR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Stock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STANDARDIZE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ISSUE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RECONCILE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CHALLENGE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packaging cost / parcel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THE HIDDEN COST OF PARCEL &amp; NON-FOOD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A few fils per parcel becomes material when multiplied by thousands of meals every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03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