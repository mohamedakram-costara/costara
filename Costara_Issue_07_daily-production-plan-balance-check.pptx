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8A73A"/>
                </a:solidFill>
              </a:rPr>
              <a:t>COSTARA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SAME FOOD. SAME RECIPE. SAME COST?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8A73A"/>
                </a:solidFill>
              </a:rPr>
              <a:t>Before you cook today, count what yesterday safely left behind.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6EEF6"/>
                </a:solidFill>
              </a:rPr>
              <a:t>Corrected scenario: even AED 0.10 avoidable cost per meal × 10,000 meals/day × 30 days = AED 30,000/month opportunity.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Daily Production Plan: Same Recipe, Same Cost? Wrong.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Before you cook today, count what yesterday safely left behind.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Start with confirmed demand minus safe usable balance plus approved buffer.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Do not assume recipe × headcount is the real production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Use conservative examples: even AED 0.10 per meal can create AED 30,000/month at 10,000 meals/day.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8A73A"/>
                </a:solidFill>
              </a:rPr>
              <a:t>Practical Management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Where is the real cost driver, and which department can control it before it becomes a monthly variance?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BF0F8"/>
                </a:solidFill>
              </a:rPr>
              <a:t>Measure the process, calculate the impact, then convert the result into an action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Need help identifying cost leakage?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Costara Advisory supports catering, restaurants, cafés, central kitchens and food production operations with practical cost, inventory, audit, menu costing, procurement, logistics and supply chain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8A73A"/>
                </a:solidFill>
              </a:rPr>
              <a:t>Consulting fees apply based on scope and operational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