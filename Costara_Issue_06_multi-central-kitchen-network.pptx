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su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Do Not Run Four Kitchens. Run One Production Network.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cheapest kitchen is the one that delivers safely, on time, at the lowest total cost.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Plan by demand, capacity, equipment, specialization and logistics.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Compare cost per delivered meal across kitchens.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Balance profit, not only workload.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8A73A"/>
                </a:solidFill>
              </a:rPr>
              <a:t>Practical Management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Where is the real cost driver, and which department can control it before it becomes a monthly variance?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EBF0F8"/>
                </a:solidFill>
              </a:rPr>
              <a:t>Measure the process, calculate the impact, then convert the result into an action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Need help identifying cost leakage?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Costara Advisory supports catering, restaurants, cafés, central kitchens and food production operations with practical cost, inventory, audit, menu costing, procurement, logistics and supply chain reviews.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8A73A"/>
                </a:solidFill>
              </a:rPr>
              <a:t>Consulting fees apply based on scope and operational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