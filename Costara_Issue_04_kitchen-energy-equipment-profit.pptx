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Kitchen Energy &amp; Equipment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Finance does not turn on your oven — but your oven can turn off your profit.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Measure LPG/electricity cost per meal and per 1,000 meals.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Match equipment capacity to real production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Reduce idle time, poor scheduling and inefficient batch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