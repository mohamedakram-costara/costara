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PRODUCTION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The cost of producing before demand is understood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Forecast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Overproduction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Late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Unusable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Forecast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Overproduction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Late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Unusable balance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Illustrative example: AED 0.10 avoidable cost × 10,000 meals/day × 30 days = AED 30,000/month.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Forecast accuracy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Production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Balance / meal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Rework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Emergency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Waste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AUTHORIZE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RECONCILE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forecast accuracy %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PRODUCTION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Illustrative example: AED 0.10 avoidable cost × 10,000 meals/day × 30 days = AED 30,000/month.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07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