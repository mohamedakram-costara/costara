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CCP &amp; HACCP: Margin Protection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CCP &amp; HACCP is not only food safety — it is profit protection.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Temperature control reduces spoilage, rejection and write-offs.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Correct cooking and holding protect yield and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Records reveal recurring loss points that affect cost, complaints and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