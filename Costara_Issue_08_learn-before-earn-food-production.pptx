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su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D8A73A"/>
                </a:solidFill>
              </a:rPr>
              <a:t>Food Is Not Only Profit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 something before we earn.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Food profit starts from knowledge, discipline and repeated learning.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Skills, observation and continuous improvement protect the kitchen.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Profit follows when teams learn, practice, analyze, innovate and lead.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8A73A"/>
                </a:solidFill>
              </a:rPr>
              <a:t>Practical Management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Where is the real cost driver, and which department can control it before it becomes a monthly variance?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EBF0F8"/>
                </a:solidFill>
              </a:rPr>
              <a:t>Measure the process, calculate the impact, then convert the result into an action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D8A73A"/>
                </a:solidFill>
              </a:rPr>
              <a:t>Need help identifying cost leakage?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Costara Advisory supports catering, restaurants, cafés, central kitchens and food production operations with practical cost, inventory, audit, menu costing, procurement, logistics and supply chain reviews.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8A73A"/>
                </a:solidFill>
              </a:rPr>
              <a:t>Consulting fees apply based on scope and operational size.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