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The Hidden Cost of Catering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Your food cost may be under control — but is your delivery model eating your profit?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Measure cost per delivered meal, not only food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Review routes, vehicle utilization, manpower, waiting time and failed deliveries.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Small route improvements can protect monthly net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