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su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Parcel Cost Is High. Stop Calling More Suppliers.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Lowest unit price is not always the lowest delivered-meal cost.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Break variance into price, usage, quality, specification, process and supply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Track pieces consumed per meal and lid/container mismatches.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Fix operational leakage before negotiating only a few fils.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8A73A"/>
                </a:solidFill>
              </a:rPr>
              <a:t>Practical Management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Where is the real cost driver, and which department can control it before it becomes a monthly variance?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EBF0F8"/>
                </a:solidFill>
              </a:rPr>
              <a:t>Measure the process, calculate the impact, then convert the result into an action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Need help identifying cost leakage?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Costara Advisory supports catering, restaurants, cafés, central kitchens and food production operations with practical cost, inventory, audit, menu costing, procurement, logistics and supply chain reviews.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8A73A"/>
                </a:solidFill>
              </a:rPr>
              <a:t>Consulting fees apply based on scope and operational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